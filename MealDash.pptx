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MealDash: A Full-Stack Food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MERN Stack Internship Project | Webstack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9857781" cy="3849867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7724" y="1948281"/>
            <a:ext cx="9060769" cy="67689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Montserrat"/>
              </a:defRPr>
            </a:pPr>
            <a:r>
              <a:t>Manas Sidh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7724" y="2582875"/>
            <a:ext cx="9060769" cy="3807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200" b="0">
                <a:solidFill>
                  <a:srgbClr val="D2E6FF"/>
                </a:solidFill>
                <a:latin typeface="Aptos"/>
              </a:defRPr>
            </a:pPr>
            <a:r>
              <a:t>Role: MERN Stack Intern, Webstack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7724" y="3005937"/>
            <a:ext cx="9060769" cy="3807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000" b="0">
                <a:solidFill>
                  <a:srgbClr val="B4B4B4"/>
                </a:solidFill>
                <a:latin typeface="Aptos"/>
              </a:defRPr>
            </a:pPr>
            <a:r>
              <a:t>Academic Focus: B.Tech CSE (AI/ML) | 3rd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7724" y="3725142"/>
            <a:ext cx="9060769" cy="761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Aptos"/>
              </a:defRPr>
            </a:pPr>
            <a:r>
              <a:t>Food ordering platform with restaurant discovery, menu management, payments, and AI-assisted content generation.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Presented on 15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Internship &amp;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Focused on full-stack product delivery and practical industry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4991812" cy="3976786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567525"/>
            <a:ext cx="151012" cy="3976786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092122"/>
            <a:ext cx="4589111" cy="3342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Webstack Academy internship program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MERN stack development track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Project-driven learning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3277" y="1567525"/>
            <a:ext cx="4991812" cy="3976786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3277" y="1567525"/>
            <a:ext cx="151012" cy="397678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818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Core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8186" y="2092122"/>
            <a:ext cx="4589111" cy="3342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Architected REST APIs and MongoDB schemas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Built responsive React + Redux user interfaces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Integrated AI features for content and review summaries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9932" y="5628924"/>
            <a:ext cx="9564145" cy="3807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0">
                <a:solidFill>
                  <a:srgbClr val="B4B4B4"/>
                </a:solidFill>
                <a:latin typeface="Aptos"/>
              </a:defRPr>
            </a:pPr>
            <a:r>
              <a:t>Objective: build a production-grade application that mirrors real-world restaurant ordering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Internship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Three-layer system designed for clear separation of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3229996" cy="4103705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567525"/>
            <a:ext cx="151012" cy="4103705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694444"/>
            <a:ext cx="2911191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092122"/>
            <a:ext cx="2827295" cy="3469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React 19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Redux Toolkit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Tailwind CSS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Vite build tooling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9590" y="1567525"/>
            <a:ext cx="3229996" cy="4103705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79590" y="1567525"/>
            <a:ext cx="151012" cy="4103705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4499" y="1694444"/>
            <a:ext cx="2911191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499" y="2092122"/>
            <a:ext cx="2827295" cy="3469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Node.js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Express.js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JWT authentication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REST middleware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5093" y="1567525"/>
            <a:ext cx="3229996" cy="4103705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5093" y="1567525"/>
            <a:ext cx="151012" cy="4103705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0001" y="1694444"/>
            <a:ext cx="2911191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Data +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0001" y="2092122"/>
            <a:ext cx="2827295" cy="3469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MongoDB + Mongoose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Cloudinary media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Stripe payments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Groq AI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Frontend -&gt; Backend -&gt; Database + external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Split view for backend and frontend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4991812" cy="4188317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567525"/>
            <a:ext cx="151012" cy="4188317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Backend (Server 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092122"/>
            <a:ext cx="4589111" cy="35537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Express.js: route orchestration and middleware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Mongoose/MongoDB: schemas, queries, persistence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JWT + bcryptjs: secure auth flow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Stripe SDK: checkout and webhook handling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Nodemailer + Pug: email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3277" y="1567525"/>
            <a:ext cx="4991812" cy="4188317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3277" y="1567525"/>
            <a:ext cx="151012" cy="4188317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818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Frontend (Client Side)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8186" y="2092122"/>
            <a:ext cx="4589111" cy="35537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React Router: page navigation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Redux Toolkit: state management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Tailwind CSS: responsive UI system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Axios helpers: centralized API calls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React Icons: interface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Technology mapping across the codebase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Core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Role-based experience designed for customers, owners, and admins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626754"/>
            <a:ext cx="3146100" cy="401909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626754"/>
            <a:ext cx="151012" cy="401909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753672"/>
            <a:ext cx="2827295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151351"/>
            <a:ext cx="2743399" cy="33844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Browse restaurants and dishes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Add items to cart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Checkout via Stripe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Post reviews and ratings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1538" y="1626754"/>
            <a:ext cx="3146100" cy="401909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1538" y="1626754"/>
            <a:ext cx="151012" cy="401909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6447" y="1753672"/>
            <a:ext cx="2827295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6447" y="2151351"/>
            <a:ext cx="2743399" cy="33844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Menu Studio for item control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Create and update food items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Manage stock and availability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Organize categories and menus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8988" y="1626754"/>
            <a:ext cx="3146100" cy="4019092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8988" y="1626754"/>
            <a:ext cx="151012" cy="401909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3897" y="1753672"/>
            <a:ext cx="2827295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3897" y="2151351"/>
            <a:ext cx="2743399" cy="33844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Manage users and roles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View orders and revenue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Monitor platform operations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Support governance and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Customer, owner, and admin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AI-Powered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Practical AI features aligned with the food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4991812" cy="4188317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567525"/>
            <a:ext cx="151012" cy="4188317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AI Food Description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092122"/>
            <a:ext cx="4589111" cy="35537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Creates short marketing-style descriptions for menu items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Uses Groq API with prompt constraints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Helps owners publish polished content faster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3277" y="1567525"/>
            <a:ext cx="4991812" cy="4188317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3277" y="1567525"/>
            <a:ext cx="151012" cy="4188317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818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AI Review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8186" y="2092122"/>
            <a:ext cx="4589111" cy="35537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Generates Amazon-style review summaries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Available for restaurants and food items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Highlights positives, issues, and overall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880" y="5798149"/>
            <a:ext cx="9564145" cy="296143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Aptos"/>
              </a:defRPr>
            </a:pPr>
            <a:r>
              <a:t>Result: better UX, faster content generation, and clearer review insights.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AI modules integrated into real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Challenges &amp; Engineering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Clean problem-solving mapped to implementation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609831"/>
            <a:ext cx="4991812" cy="4146011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3277" y="1609831"/>
            <a:ext cx="4991812" cy="4146011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3828" y="1821362"/>
            <a:ext cx="4488436" cy="296143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200" b="1">
                <a:solidFill>
                  <a:srgbClr val="FF7A30"/>
                </a:solidFill>
                <a:latin typeface="Montserrat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17" y="1821362"/>
            <a:ext cx="4488436" cy="296143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200" b="1">
                <a:solidFill>
                  <a:srgbClr val="00AAFF"/>
                </a:solidFill>
                <a:latin typeface="Montserrat"/>
              </a:defRPr>
            </a:pPr>
            <a:r>
              <a:t>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828" y="2244425"/>
            <a:ext cx="4488436" cy="313066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Payment webhook raw-body handling</a:t>
            </a:r>
          </a:p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AI output formatting reliability</a:t>
            </a:r>
          </a:p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Multi-role data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17" y="2244425"/>
            <a:ext cx="4488436" cy="313066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Placed Express raw middleware before JSON parsing</a:t>
            </a:r>
          </a:p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Used prompt constraints + JSON parsing safeguards</a:t>
            </a:r>
          </a:p>
          <a:p>
            <a:pPr>
              <a:defRPr sz="1800">
                <a:solidFill>
                  <a:srgbClr val="F5F5F5"/>
                </a:solidFill>
                <a:latin typeface="Aptos"/>
              </a:defRPr>
            </a:pPr>
            <a:r>
              <a:t>• Added role-aware middleware and field whitelisting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Challenge -&gt; solution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185855" cy="152302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4088" y="611404"/>
            <a:ext cx="9899729" cy="465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Montserrat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088" y="1068311"/>
            <a:ext cx="9899729" cy="2961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ptos"/>
              </a:defRPr>
            </a:pPr>
            <a:r>
              <a:t>Next steps for scaling MealDash into a more complete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4088" y="1567525"/>
            <a:ext cx="4991812" cy="4146011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4088" y="1567525"/>
            <a:ext cx="151012" cy="4146011"/>
          </a:xfrm>
          <a:prstGeom prst="rect">
            <a:avLst/>
          </a:prstGeom>
          <a:solidFill>
            <a:srgbClr val="FF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99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996" y="2092122"/>
            <a:ext cx="4589111" cy="351141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Real-time order tracking with WebSockets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Recommendation engine based on order history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Analytics dashboard for owners and admins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CI/CD pipeline with automated E2E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3277" y="1567525"/>
            <a:ext cx="4991812" cy="4146011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3277" y="1567525"/>
            <a:ext cx="151012" cy="4146011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8186" y="1694444"/>
            <a:ext cx="4673007" cy="33844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Montserrat"/>
              </a:defRPr>
            </a:pPr>
            <a:r>
              <a:t>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8186" y="2092122"/>
            <a:ext cx="4589111" cy="351141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MealDash demonstrates a full-stack industry workflow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Built during Webstack Academy MERN internship</a:t>
            </a:r>
          </a:p>
          <a:p>
            <a:pPr>
              <a:defRPr sz="1600">
                <a:solidFill>
                  <a:srgbClr val="F5F5F5"/>
                </a:solidFill>
                <a:latin typeface="Aptos"/>
              </a:defRPr>
            </a:pPr>
            <a:r>
              <a:t>• Designed for scalability, clarity, and practical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880" y="5798149"/>
            <a:ext cx="9564145" cy="296143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200" b="1">
                <a:solidFill>
                  <a:srgbClr val="F5F5F5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4088" y="6178905"/>
            <a:ext cx="9899729" cy="211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  <a:latin typeface="Aptos"/>
              </a:defRPr>
            </a:pPr>
            <a:r>
              <a:t>Manas Sidh | B.Tech CSE (AI/ML) | 3rd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